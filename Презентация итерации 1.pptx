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331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107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061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6217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6535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319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8109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6803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971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2536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2533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1389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0FDCF0-8074-4C0B-83A8-830F4B79635B}" type="datetimeFigureOut">
              <a:rPr lang="ru-RU" smtClean="0"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F7A2-D2F0-4901-AD52-E5DD81D3F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3251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Презентация итерации 1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Проект «Переработка курса 1 семестра программирования»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5935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Постановка задачи</a:t>
            </a:r>
            <a:r>
              <a:rPr lang="en-US" dirty="0" smtClean="0"/>
              <a:t> </a:t>
            </a:r>
            <a:r>
              <a:rPr lang="ru-RU" dirty="0" smtClean="0"/>
              <a:t>на первую итерацию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Реализация базового класса генератора-</a:t>
            </a:r>
            <a:r>
              <a:rPr lang="ru-RU" dirty="0" err="1" smtClean="0"/>
              <a:t>валидатора</a:t>
            </a:r>
            <a:r>
              <a:rPr lang="ru-RU" dirty="0" smtClean="0"/>
              <a:t> заданий для студентов</a:t>
            </a:r>
            <a:endParaRPr lang="en-US" dirty="0" smtClean="0"/>
          </a:p>
          <a:p>
            <a:r>
              <a:rPr lang="ru-RU" dirty="0" smtClean="0"/>
              <a:t>Выстраивание архитектуры проекта как модуля</a:t>
            </a:r>
            <a:r>
              <a:rPr lang="en-US" dirty="0" smtClean="0"/>
              <a:t> Python</a:t>
            </a:r>
          </a:p>
          <a:p>
            <a:r>
              <a:rPr lang="ru-RU" dirty="0" smtClean="0"/>
              <a:t>Первоначальная реализация </a:t>
            </a:r>
            <a:r>
              <a:rPr lang="ru-RU" dirty="0"/>
              <a:t>классов </a:t>
            </a:r>
            <a:r>
              <a:rPr lang="ru-RU" dirty="0" smtClean="0"/>
              <a:t>генератора-</a:t>
            </a:r>
            <a:r>
              <a:rPr lang="ru-RU" dirty="0" err="1" smtClean="0"/>
              <a:t>валидатора</a:t>
            </a:r>
            <a:r>
              <a:rPr lang="ru-RU" dirty="0" smtClean="0"/>
              <a:t> для первых заданий разделов 1-4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3165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Выполнено в рамках итерации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Реализован базовый класса генератора-</a:t>
            </a:r>
            <a:r>
              <a:rPr lang="ru-RU" dirty="0" err="1" smtClean="0"/>
              <a:t>валидатора</a:t>
            </a:r>
            <a:r>
              <a:rPr lang="ru-RU" dirty="0" smtClean="0"/>
              <a:t> заданий для студентов</a:t>
            </a:r>
          </a:p>
          <a:p>
            <a:r>
              <a:rPr lang="ru-RU" dirty="0" smtClean="0"/>
              <a:t>С помощью файлов </a:t>
            </a:r>
            <a:r>
              <a:rPr lang="en-US" dirty="0" smtClean="0"/>
              <a:t>__init__.py</a:t>
            </a:r>
            <a:r>
              <a:rPr lang="ru-RU" dirty="0" smtClean="0"/>
              <a:t> структура организована как модуль </a:t>
            </a:r>
            <a:r>
              <a:rPr lang="en-US" dirty="0" smtClean="0"/>
              <a:t>Python</a:t>
            </a:r>
          </a:p>
          <a:p>
            <a:r>
              <a:rPr lang="ru-RU" dirty="0" smtClean="0"/>
              <a:t>Реализованы первоначальные классы для разделов 1-4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6932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73084"/>
          </a:xfrm>
        </p:spPr>
        <p:txBody>
          <a:bodyPr/>
          <a:lstStyle/>
          <a:p>
            <a:r>
              <a:rPr lang="ru-RU" dirty="0" smtClean="0"/>
              <a:t>Диаграмма классов проекта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3808" y="773085"/>
            <a:ext cx="9044383" cy="5719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006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План на вторую итераци</a:t>
            </a:r>
            <a:r>
              <a:rPr lang="ru-RU" dirty="0"/>
              <a:t>ю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Создание классов генератора-</a:t>
            </a:r>
            <a:r>
              <a:rPr lang="ru-RU" dirty="0" err="1" smtClean="0"/>
              <a:t>валидатора</a:t>
            </a:r>
            <a:r>
              <a:rPr lang="ru-RU" dirty="0" smtClean="0"/>
              <a:t> для оставшейся части заданий каждого из разделов 1-4</a:t>
            </a:r>
          </a:p>
          <a:p>
            <a:r>
              <a:rPr lang="ru-RU" dirty="0" smtClean="0"/>
              <a:t>Проработка задания на курсовую работу и </a:t>
            </a:r>
            <a:r>
              <a:rPr lang="ru-RU" dirty="0"/>
              <a:t>написание класса </a:t>
            </a:r>
            <a:r>
              <a:rPr lang="ru-RU" dirty="0" smtClean="0"/>
              <a:t>генератора-</a:t>
            </a:r>
            <a:r>
              <a:rPr lang="ru-RU" dirty="0" err="1" smtClean="0"/>
              <a:t>валидатора</a:t>
            </a:r>
            <a:r>
              <a:rPr lang="ru-RU" dirty="0" smtClean="0"/>
              <a:t> для него </a:t>
            </a:r>
          </a:p>
          <a:p>
            <a:r>
              <a:rPr lang="ru-RU" dirty="0" smtClean="0"/>
              <a:t>Интеграция с </a:t>
            </a:r>
            <a:r>
              <a:rPr lang="en-US" dirty="0" smtClean="0"/>
              <a:t>Moodle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4026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691553" cy="6035675"/>
          </a:xfrm>
        </p:spPr>
        <p:txBody>
          <a:bodyPr/>
          <a:lstStyle/>
          <a:p>
            <a:pPr algn="ctr"/>
            <a:r>
              <a:rPr lang="ru-RU" dirty="0" smtClean="0"/>
              <a:t>Спасибо за внимание!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7041163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103</Words>
  <Application>Microsoft Office PowerPoint</Application>
  <PresentationFormat>Широкоэкранный</PresentationFormat>
  <Paragraphs>16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Презентация итерации 1</vt:lpstr>
      <vt:lpstr>Постановка задачи на первую итерацию</vt:lpstr>
      <vt:lpstr>Выполнено в рамках итерации</vt:lpstr>
      <vt:lpstr>Диаграмма классов проекта</vt:lpstr>
      <vt:lpstr>План на вторую итерацию</vt:lpstr>
      <vt:lpstr>Спасибо за внимание!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итерации 1</dc:title>
  <dc:creator>Учетная запись Майкрософт</dc:creator>
  <cp:lastModifiedBy>Учетная запись Майкрософт</cp:lastModifiedBy>
  <cp:revision>6</cp:revision>
  <dcterms:created xsi:type="dcterms:W3CDTF">2026-02-23T18:30:08Z</dcterms:created>
  <dcterms:modified xsi:type="dcterms:W3CDTF">2026-02-25T17:28:54Z</dcterms:modified>
</cp:coreProperties>
</file>