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3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10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6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21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53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1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10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80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71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53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53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38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FDCF0-8074-4C0B-83A8-830F4B79635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25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Презентация итерации 1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Проект «Переработка курса 1 семестра программирования»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593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Постановка задачи</a:t>
            </a:r>
            <a:r>
              <a:rPr lang="en-US" dirty="0" smtClean="0"/>
              <a:t> </a:t>
            </a:r>
            <a:r>
              <a:rPr lang="ru-RU" dirty="0" smtClean="0"/>
              <a:t>на первую итерацию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Реализация базового класса генератора-</a:t>
            </a:r>
            <a:r>
              <a:rPr lang="ru-RU" dirty="0" err="1" smtClean="0"/>
              <a:t>валидатора</a:t>
            </a:r>
            <a:r>
              <a:rPr lang="ru-RU" dirty="0" smtClean="0"/>
              <a:t> заданий для </a:t>
            </a:r>
            <a:r>
              <a:rPr lang="ru-RU" dirty="0" smtClean="0"/>
              <a:t>студентов</a:t>
            </a:r>
            <a:endParaRPr lang="en-US" dirty="0" smtClean="0"/>
          </a:p>
          <a:p>
            <a:r>
              <a:rPr lang="ru-RU" dirty="0" smtClean="0"/>
              <a:t>Выстраивание архитектуры проекта как модуля</a:t>
            </a:r>
            <a:r>
              <a:rPr lang="en-US" dirty="0" smtClean="0"/>
              <a:t> Python</a:t>
            </a:r>
          </a:p>
          <a:p>
            <a:r>
              <a:rPr lang="ru-RU" dirty="0" smtClean="0"/>
              <a:t>Первоначальная р</a:t>
            </a:r>
            <a:r>
              <a:rPr lang="ru-RU" dirty="0" smtClean="0"/>
              <a:t>еализация </a:t>
            </a:r>
            <a:r>
              <a:rPr lang="ru-RU" dirty="0"/>
              <a:t>классов </a:t>
            </a:r>
            <a:r>
              <a:rPr lang="ru-RU" dirty="0" smtClean="0"/>
              <a:t>генератора-</a:t>
            </a:r>
            <a:r>
              <a:rPr lang="ru-RU" dirty="0" err="1" smtClean="0"/>
              <a:t>валидатора</a:t>
            </a:r>
            <a:r>
              <a:rPr lang="ru-RU" dirty="0" smtClean="0"/>
              <a:t> для первых заданий разделов 1-4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3165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Выполнено в рамках итерации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Реализован базовый класса генератора-</a:t>
            </a:r>
            <a:r>
              <a:rPr lang="ru-RU" dirty="0" err="1" smtClean="0"/>
              <a:t>валидатора</a:t>
            </a:r>
            <a:r>
              <a:rPr lang="ru-RU" dirty="0" smtClean="0"/>
              <a:t> заданий для </a:t>
            </a:r>
            <a:r>
              <a:rPr lang="ru-RU" dirty="0" smtClean="0"/>
              <a:t>студентов</a:t>
            </a:r>
          </a:p>
          <a:p>
            <a:r>
              <a:rPr lang="ru-RU" dirty="0" smtClean="0"/>
              <a:t>С помощью файлов </a:t>
            </a:r>
            <a:r>
              <a:rPr lang="en-US" dirty="0" smtClean="0"/>
              <a:t>__init__.py</a:t>
            </a:r>
            <a:r>
              <a:rPr lang="ru-RU" dirty="0" smtClean="0"/>
              <a:t> структура организована как модуль </a:t>
            </a:r>
            <a:r>
              <a:rPr lang="en-US" dirty="0" smtClean="0"/>
              <a:t>Python</a:t>
            </a:r>
          </a:p>
          <a:p>
            <a:r>
              <a:rPr lang="ru-RU" dirty="0" smtClean="0"/>
              <a:t>Реализованы первоначальные классы для разделов 1-4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932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на вторую итераци</a:t>
            </a:r>
            <a:r>
              <a:rPr lang="ru-RU" dirty="0"/>
              <a:t>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Создание классов генератора-</a:t>
            </a:r>
            <a:r>
              <a:rPr lang="ru-RU" dirty="0" err="1" smtClean="0"/>
              <a:t>валидатора</a:t>
            </a:r>
            <a:r>
              <a:rPr lang="ru-RU" dirty="0" smtClean="0"/>
              <a:t> для оставшейся части заданий каждого из разделов 1-4</a:t>
            </a:r>
          </a:p>
          <a:p>
            <a:r>
              <a:rPr lang="ru-RU" dirty="0" smtClean="0"/>
              <a:t>Проработка задания на курсовую работу и </a:t>
            </a:r>
            <a:r>
              <a:rPr lang="ru-RU" dirty="0"/>
              <a:t>написание класса </a:t>
            </a:r>
            <a:r>
              <a:rPr lang="ru-RU" dirty="0" smtClean="0"/>
              <a:t>генератора-</a:t>
            </a:r>
            <a:r>
              <a:rPr lang="ru-RU" dirty="0" err="1" smtClean="0"/>
              <a:t>валидатора</a:t>
            </a:r>
            <a:r>
              <a:rPr lang="ru-RU" dirty="0" smtClean="0"/>
              <a:t> для него </a:t>
            </a:r>
            <a:endParaRPr lang="ru-RU" dirty="0" smtClean="0"/>
          </a:p>
          <a:p>
            <a:r>
              <a:rPr lang="ru-RU" dirty="0" smtClean="0"/>
              <a:t>Интеграция с </a:t>
            </a:r>
            <a:r>
              <a:rPr lang="en-US" dirty="0" smtClean="0"/>
              <a:t>Moodle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026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1553" cy="6035675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4116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100</Words>
  <Application>Microsoft Office PowerPoint</Application>
  <PresentationFormat>Широкоэкранный</PresentationFormat>
  <Paragraphs>15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Презентация итерации 1</vt:lpstr>
      <vt:lpstr>Постановка задачи на первую итерацию</vt:lpstr>
      <vt:lpstr>Выполнено в рамках итерации</vt:lpstr>
      <vt:lpstr>План на вторую итерацию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итерации 1</dc:title>
  <dc:creator>Учетная запись Майкрософт</dc:creator>
  <cp:lastModifiedBy>Учетная запись Майкрософт</cp:lastModifiedBy>
  <cp:revision>5</cp:revision>
  <dcterms:created xsi:type="dcterms:W3CDTF">2026-02-23T18:30:08Z</dcterms:created>
  <dcterms:modified xsi:type="dcterms:W3CDTF">2026-02-25T16:23:32Z</dcterms:modified>
</cp:coreProperties>
</file>