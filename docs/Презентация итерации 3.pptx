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0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6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21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1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0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0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71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53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53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3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FDCF0-8074-4C0B-83A8-830F4B79635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25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итерации </a:t>
            </a:r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Проект «Переработка курса 1 семестра программирования»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3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</a:t>
            </a:r>
            <a:r>
              <a:rPr lang="en-US" dirty="0" smtClean="0"/>
              <a:t> </a:t>
            </a:r>
            <a:r>
              <a:rPr lang="ru-RU" dirty="0" smtClean="0"/>
              <a:t>на </a:t>
            </a:r>
            <a:r>
              <a:rPr lang="ru-RU" dirty="0" smtClean="0"/>
              <a:t>третью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Начальная интеграция с </a:t>
            </a:r>
            <a:r>
              <a:rPr lang="en-US" dirty="0"/>
              <a:t>Moodle</a:t>
            </a:r>
            <a:endParaRPr lang="ru-RU" dirty="0"/>
          </a:p>
          <a:p>
            <a:r>
              <a:rPr lang="ru-RU" dirty="0"/>
              <a:t>Проработка 100% заданий в текстовом виде для каждого из разделов 1-4</a:t>
            </a:r>
          </a:p>
          <a:p>
            <a:r>
              <a:rPr lang="ru-RU" dirty="0" smtClean="0"/>
              <a:t>Реализация классов </a:t>
            </a:r>
            <a:r>
              <a:rPr lang="ru-RU" dirty="0"/>
              <a:t>генератора-</a:t>
            </a:r>
            <a:r>
              <a:rPr lang="ru-RU" dirty="0" err="1"/>
              <a:t>валидатора</a:t>
            </a:r>
            <a:r>
              <a:rPr lang="ru-RU" dirty="0"/>
              <a:t> для 50% заданий разделов 1-4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16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Выполнено в рамках итерации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Проработка 100% заданий в текстовом виде для каждого из разделов 1-4</a:t>
            </a:r>
          </a:p>
          <a:p>
            <a:r>
              <a:rPr lang="ru-RU" dirty="0"/>
              <a:t>Реализованы классы генератора-</a:t>
            </a:r>
            <a:r>
              <a:rPr lang="ru-RU" dirty="0" err="1"/>
              <a:t>валидатора</a:t>
            </a:r>
            <a:r>
              <a:rPr lang="ru-RU" dirty="0"/>
              <a:t> для 50% заданий разделов 1-4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93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на </a:t>
            </a:r>
            <a:r>
              <a:rPr lang="ru-RU" dirty="0" smtClean="0"/>
              <a:t>четвёртую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Реализация классов </a:t>
            </a:r>
            <a:r>
              <a:rPr lang="ru-RU" dirty="0"/>
              <a:t>генератора-</a:t>
            </a:r>
            <a:r>
              <a:rPr lang="ru-RU" dirty="0" err="1"/>
              <a:t>валидатора</a:t>
            </a:r>
            <a:r>
              <a:rPr lang="ru-RU" dirty="0"/>
              <a:t> для </a:t>
            </a:r>
            <a:r>
              <a:rPr lang="ru-RU" dirty="0" smtClean="0"/>
              <a:t>оставшихся </a:t>
            </a:r>
            <a:r>
              <a:rPr lang="ru-RU" dirty="0"/>
              <a:t>заданий разделов </a:t>
            </a:r>
            <a:r>
              <a:rPr lang="ru-RU" dirty="0" smtClean="0"/>
              <a:t>1-4</a:t>
            </a:r>
          </a:p>
          <a:p>
            <a:r>
              <a:rPr lang="ru-RU" dirty="0" smtClean="0"/>
              <a:t>Интеграция </a:t>
            </a:r>
            <a:r>
              <a:rPr lang="ru-RU" dirty="0"/>
              <a:t>с </a:t>
            </a:r>
            <a:r>
              <a:rPr lang="en-US" dirty="0"/>
              <a:t>Moodle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02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553" cy="6035675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411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85</Words>
  <Application>Microsoft Office PowerPoint</Application>
  <PresentationFormat>Широкоэкранный</PresentationFormat>
  <Paragraphs>13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итерации 3</vt:lpstr>
      <vt:lpstr>Постановка задачи на третью итерацию</vt:lpstr>
      <vt:lpstr>Выполнено в рамках итерации</vt:lpstr>
      <vt:lpstr>План на четвёртую итерацию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итерации 1</dc:title>
  <dc:creator>Учетная запись Майкрософт</dc:creator>
  <cp:lastModifiedBy>Учетная запись Майкрософт</cp:lastModifiedBy>
  <cp:revision>7</cp:revision>
  <dcterms:created xsi:type="dcterms:W3CDTF">2026-02-23T18:30:08Z</dcterms:created>
  <dcterms:modified xsi:type="dcterms:W3CDTF">2026-05-05T17:29:00Z</dcterms:modified>
</cp:coreProperties>
</file>