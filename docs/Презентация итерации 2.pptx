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107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6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21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653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1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109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803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971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53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533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389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FDCF0-8074-4C0B-83A8-830F4B79635B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6F7A2-D2F0-4901-AD52-E5DD81D3F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25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Презентация итерации 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Проект «Переработка курса 1 семестра программирования»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5935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Постановка задачи</a:t>
            </a:r>
            <a:r>
              <a:rPr lang="en-US" dirty="0" smtClean="0"/>
              <a:t> </a:t>
            </a:r>
            <a:r>
              <a:rPr lang="ru-RU" dirty="0" smtClean="0"/>
              <a:t>на </a:t>
            </a:r>
            <a:r>
              <a:rPr lang="ru-RU" dirty="0" smtClean="0"/>
              <a:t>вторую итерацию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классов генератора-</a:t>
            </a:r>
            <a:r>
              <a:rPr lang="ru-RU" dirty="0" err="1"/>
              <a:t>валидатора</a:t>
            </a:r>
            <a:r>
              <a:rPr lang="ru-RU" dirty="0"/>
              <a:t> для оставшейся части заданий каждого из разделов 1-4</a:t>
            </a:r>
          </a:p>
          <a:p>
            <a:r>
              <a:rPr lang="ru-RU" dirty="0"/>
              <a:t>Проработка задания на курсовую работу и написание класса генератора-</a:t>
            </a:r>
            <a:r>
              <a:rPr lang="ru-RU" dirty="0" err="1"/>
              <a:t>валидатора</a:t>
            </a:r>
            <a:r>
              <a:rPr lang="ru-RU" dirty="0"/>
              <a:t> для него </a:t>
            </a:r>
          </a:p>
          <a:p>
            <a:r>
              <a:rPr lang="ru-RU" dirty="0"/>
              <a:t>Интеграция с </a:t>
            </a:r>
            <a:r>
              <a:rPr lang="en-US" dirty="0"/>
              <a:t>Moodle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3165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Выполнено в рамках итерации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Созданы классы </a:t>
            </a:r>
            <a:r>
              <a:rPr lang="ru-RU" dirty="0"/>
              <a:t>генератора-</a:t>
            </a:r>
            <a:r>
              <a:rPr lang="ru-RU" dirty="0" err="1"/>
              <a:t>валидатора</a:t>
            </a:r>
            <a:r>
              <a:rPr lang="ru-RU" dirty="0"/>
              <a:t> для оставшейся части заданий каждого из разделов 1-4</a:t>
            </a:r>
          </a:p>
          <a:p>
            <a:r>
              <a:rPr lang="ru-RU" dirty="0" smtClean="0"/>
              <a:t>Проработаны 50% заданий в текстовом виде для каждого из разделов 1-4</a:t>
            </a:r>
          </a:p>
          <a:p>
            <a:r>
              <a:rPr lang="ru-RU" dirty="0" smtClean="0"/>
              <a:t>Добавлена сборка </a:t>
            </a:r>
            <a:r>
              <a:rPr lang="en-US" dirty="0" smtClean="0"/>
              <a:t>Docker</a:t>
            </a:r>
            <a:r>
              <a:rPr lang="ru-RU" dirty="0" smtClean="0"/>
              <a:t>-образа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693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на </a:t>
            </a:r>
            <a:r>
              <a:rPr lang="ru-RU" dirty="0" smtClean="0"/>
              <a:t>третью итерацию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Начальная интеграция </a:t>
            </a:r>
            <a:r>
              <a:rPr lang="ru-RU" dirty="0" smtClean="0"/>
              <a:t>с </a:t>
            </a:r>
            <a:r>
              <a:rPr lang="en-US" dirty="0" smtClean="0"/>
              <a:t>Moodle</a:t>
            </a:r>
            <a:endParaRPr lang="ru-RU" dirty="0" smtClean="0"/>
          </a:p>
          <a:p>
            <a:r>
              <a:rPr lang="ru-RU" dirty="0" smtClean="0"/>
              <a:t>Проработка 100</a:t>
            </a:r>
            <a:r>
              <a:rPr lang="ru-RU" dirty="0"/>
              <a:t>% заданий в текстовом виде для каждого из разделов </a:t>
            </a:r>
            <a:r>
              <a:rPr lang="ru-RU" dirty="0" smtClean="0"/>
              <a:t>1-4</a:t>
            </a:r>
          </a:p>
          <a:p>
            <a:r>
              <a:rPr lang="ru-RU" dirty="0" smtClean="0"/>
              <a:t>Реализованы классы генератора-</a:t>
            </a:r>
            <a:r>
              <a:rPr lang="ru-RU" dirty="0" err="1" smtClean="0"/>
              <a:t>валидатора</a:t>
            </a:r>
            <a:r>
              <a:rPr lang="ru-RU" dirty="0" smtClean="0"/>
              <a:t> для 50% </a:t>
            </a:r>
            <a:r>
              <a:rPr lang="ru-RU" smtClean="0"/>
              <a:t>заданий разделов 1-4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026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1553" cy="6035675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04116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105</Words>
  <Application>Microsoft Office PowerPoint</Application>
  <PresentationFormat>Широкоэкранный</PresentationFormat>
  <Paragraphs>15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Презентация итерации 2</vt:lpstr>
      <vt:lpstr>Постановка задачи на вторую итерацию</vt:lpstr>
      <vt:lpstr>Выполнено в рамках итерации</vt:lpstr>
      <vt:lpstr>План на третью итерацию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итерации 1</dc:title>
  <dc:creator>Учетная запись Майкрософт</dc:creator>
  <cp:lastModifiedBy>Учетная запись Майкрософт</cp:lastModifiedBy>
  <cp:revision>6</cp:revision>
  <dcterms:created xsi:type="dcterms:W3CDTF">2026-02-23T18:30:08Z</dcterms:created>
  <dcterms:modified xsi:type="dcterms:W3CDTF">2026-03-25T19:07:20Z</dcterms:modified>
</cp:coreProperties>
</file>